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-45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Crop &amp; Pesticide Recommendation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NAME - </a:t>
            </a:r>
            <a:r>
              <a:rPr dirty="0"/>
              <a:t>Ayush Singh  </a:t>
            </a:r>
            <a:endParaRPr lang="en-US" dirty="0"/>
          </a:p>
          <a:p>
            <a:r>
              <a:rPr dirty="0"/>
              <a:t>Enrollment No: </a:t>
            </a:r>
            <a:r>
              <a:rPr lang="en-US" dirty="0"/>
              <a:t>E23CSEU0782</a:t>
            </a:r>
            <a:endParaRPr dirty="0"/>
          </a:p>
          <a:p>
            <a:r>
              <a:rPr dirty="0"/>
              <a:t>Mentor: </a:t>
            </a:r>
            <a:r>
              <a:rPr lang="en-US" dirty="0"/>
              <a:t>APEKSHA KOUL</a:t>
            </a:r>
            <a:endParaRPr dirty="0"/>
          </a:p>
          <a:p>
            <a:r>
              <a:rPr dirty="0"/>
              <a:t>Date: 29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1. Introduction: Problem &amp; Technology</a:t>
            </a:r>
          </a:p>
          <a:p>
            <a:r>
              <a:rPr sz="1800"/>
              <a:t>2. Background &amp; Core Concepts</a:t>
            </a:r>
          </a:p>
          <a:p>
            <a:r>
              <a:rPr sz="1800"/>
              <a:t>3. How It Works: System Architecture</a:t>
            </a:r>
          </a:p>
          <a:p>
            <a:r>
              <a:rPr sz="1800"/>
              <a:t>4. Key Techniques &amp; Algorithms</a:t>
            </a:r>
          </a:p>
          <a:p>
            <a:r>
              <a:rPr sz="1800"/>
              <a:t>5. Real-World Applications</a:t>
            </a:r>
          </a:p>
          <a:p>
            <a:r>
              <a:rPr sz="1800"/>
              <a:t>6. Challenges &amp; Future Scope</a:t>
            </a:r>
          </a:p>
          <a:p>
            <a:r>
              <a:rPr sz="1800"/>
              <a:t>7. Learning Reflection</a:t>
            </a:r>
          </a:p>
          <a:p>
            <a:r>
              <a:rPr sz="1800"/>
              <a:t>8. Conclusion</a:t>
            </a:r>
          </a:p>
          <a:p>
            <a:r>
              <a:rPr sz="1800"/>
              <a:t>9.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What is this technology?</a:t>
            </a:r>
          </a:p>
          <a:p>
            <a:r>
              <a:rPr sz="1800"/>
              <a:t>An AI-driven system utilizing Machine Learning to predict optimal crops and targeted pesticides based on environmental data.</a:t>
            </a:r>
          </a:p>
          <a:p>
            <a:endParaRPr sz="1800"/>
          </a:p>
          <a:p>
            <a:r>
              <a:rPr sz="1800"/>
              <a:t>Why does it matter?</a:t>
            </a:r>
          </a:p>
          <a:p>
            <a:r>
              <a:rPr sz="1800"/>
              <a:t>Empowers farmers with data-driven decision-making, moving away from intuition-based farming.</a:t>
            </a:r>
          </a:p>
          <a:p>
            <a:endParaRPr sz="1800"/>
          </a:p>
          <a:p>
            <a:r>
              <a:rPr sz="1800"/>
              <a:t>What gap or problem does it address?</a:t>
            </a:r>
          </a:p>
          <a:p>
            <a:r>
              <a:rPr sz="1800"/>
              <a:t>Addresses suboptimal crop yields, economic losses, and environmental degradation caused by unpredictable climate and excessive pesticide use.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Background &amp;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Precision Agriculture:</a:t>
            </a:r>
          </a:p>
          <a:p>
            <a:r>
              <a:rPr sz="1800"/>
              <a:t>- Utilizing sensors and data analytics to optimize farming practices site-specifically.</a:t>
            </a:r>
          </a:p>
          <a:p>
            <a:endParaRPr sz="1800"/>
          </a:p>
          <a:p>
            <a:r>
              <a:rPr sz="1800"/>
              <a:t>Biological Dependencies:</a:t>
            </a:r>
          </a:p>
          <a:p>
            <a:r>
              <a:rPr sz="1800"/>
              <a:t>- Crops rely heavily on soil macronutrients (Nitrogen, Phosphorus, Potassium).</a:t>
            </a:r>
          </a:p>
          <a:p>
            <a:r>
              <a:rPr sz="1800"/>
              <a:t>- Climatic variables (Temperature, Humidity, Rainfall, pH) dictate plant survival and stress levels.</a:t>
            </a:r>
          </a:p>
          <a:p>
            <a:endParaRPr sz="1800"/>
          </a:p>
          <a:p>
            <a:r>
              <a:rPr sz="1800"/>
              <a:t>Supervised Machine Learning:</a:t>
            </a:r>
          </a:p>
          <a:p>
            <a:r>
              <a:rPr sz="1800"/>
              <a:t>- Training algorithms on historical data to map input features to specific crop and pest target labels.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Core Working Principle:</a:t>
            </a:r>
          </a:p>
          <a:p>
            <a:r>
              <a:rPr sz="1800"/>
              <a:t>1. Data Input: User provides N, P, K, Temp, Humidity, pH, Rainfall via a Streamlit Dashboard.</a:t>
            </a:r>
          </a:p>
          <a:p>
            <a:r>
              <a:rPr sz="1800"/>
              <a:t>2. API Layer: Data is sent to a high-speed FastAPI backend.</a:t>
            </a:r>
          </a:p>
          <a:p>
            <a:r>
              <a:rPr sz="1800"/>
              <a:t>3. Inference Engine: Pre-trained ML models process the data.</a:t>
            </a:r>
          </a:p>
          <a:p>
            <a:r>
              <a:rPr sz="1800"/>
              <a:t>4. Output: System returns the optimal crop and corresponding pesticide.</a:t>
            </a:r>
          </a:p>
          <a:p>
            <a:endParaRPr sz="1800"/>
          </a:p>
          <a:p>
            <a:r>
              <a:rPr sz="1800"/>
              <a:t>[ Diagram Representation ]</a:t>
            </a:r>
          </a:p>
          <a:p>
            <a:r>
              <a:rPr sz="1800"/>
              <a:t>Frontend (Streamlit)  &lt;-- JSON --&gt;  Backend (FastAPI)  &lt;--&gt;  ML Models (.pkl)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Algorithms &amp; Methods Involved:</a:t>
            </a:r>
          </a:p>
          <a:p>
            <a:r>
              <a:t>- Random Forest: An ensemble of decision trees used to capture complex, non-linear environmental relationships (Achieved ~99% accuracy).</a:t>
            </a:r>
          </a:p>
          <a:p>
            <a:r>
              <a:t>- XGBoost: Extreme Gradient Boosting for high-speed, scalable, and accurate tabular data classification.</a:t>
            </a:r>
          </a:p>
          <a:p>
            <a:r>
              <a:t>- Label Encoding: Transforming categorical string labels (crop names) into numerical IDs for model processing.</a:t>
            </a:r>
          </a:p>
          <a:p>
            <a:r>
              <a:t>- Class-Wise Evaluation: Tracking Precision, Recall, and F1-Score for each specific crop to prevent bias.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1. Smallholder Farming Assistance:</a:t>
            </a:r>
          </a:p>
          <a:p>
            <a:r>
              <a:rPr sz="1800"/>
              <a:t>- Farmers in developing regions can use a lightweight mobile version to input basic soil test results and receive instant planting advice.</a:t>
            </a:r>
          </a:p>
          <a:p>
            <a:endParaRPr sz="1800"/>
          </a:p>
          <a:p>
            <a:r>
              <a:rPr sz="1800"/>
              <a:t>2. Commercial Agronomy &amp; IoT Integration:</a:t>
            </a:r>
          </a:p>
          <a:p>
            <a:r>
              <a:rPr sz="1800"/>
              <a:t>- Large farms can connect the API to live IoT soil sensors for dynamic, autonomous field monitoring and zone-specific adjustments.</a:t>
            </a:r>
          </a:p>
          <a:p>
            <a:endParaRPr sz="1800"/>
          </a:p>
          <a:p>
            <a:r>
              <a:rPr sz="1800"/>
              <a:t>3. Precision Pest Management:</a:t>
            </a:r>
          </a:p>
          <a:p>
            <a:r>
              <a:rPr sz="1800"/>
              <a:t>- Targeted pesticide recommendations prevent ecological damage and chemical runoff caused by blanket spraying.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&amp; Future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Current Limitations:</a:t>
            </a:r>
          </a:p>
          <a:p>
            <a:r>
              <a:rPr sz="1800"/>
              <a:t>- Data Dependency: Models are trained on historical data, which may suffer from 'data drift' due to climate change.</a:t>
            </a:r>
          </a:p>
          <a:p>
            <a:r>
              <a:rPr sz="1800"/>
              <a:t>- Limited Scope: Currently does not account for soil texture, topography, or localized genetic crop variants.</a:t>
            </a:r>
          </a:p>
          <a:p>
            <a:endParaRPr sz="1800"/>
          </a:p>
          <a:p>
            <a:r>
              <a:rPr sz="1800"/>
              <a:t>Future Developments Expected:</a:t>
            </a:r>
          </a:p>
          <a:p>
            <a:r>
              <a:rPr sz="1800"/>
              <a:t>- IoT Sensor Integration: Direct ingestion of live NPK and moisture data.</a:t>
            </a:r>
          </a:p>
          <a:p>
            <a:r>
              <a:rPr sz="1800"/>
              <a:t>- Geolocation APIs: Automatically fetching hyper-local 14-day weather forecasts.</a:t>
            </a:r>
          </a:p>
          <a:p>
            <a:r>
              <a:rPr sz="1800"/>
              <a:t>- Computer Vision: Adding CNNs to visually diagnose diseased leaves via photos.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Reflection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Personal Learnings:</a:t>
            </a:r>
          </a:p>
          <a:p>
            <a:r>
              <a:rPr sz="1800"/>
              <a:t>- Gained comprehensive experience in the full end-to-end Machine Learning pipeline (Preprocessing to Deployment).</a:t>
            </a:r>
          </a:p>
          <a:p>
            <a:r>
              <a:rPr sz="1800"/>
              <a:t>- Learned how to build decoupled software architectures (FastAPI backend + Streamlit frontend).</a:t>
            </a:r>
          </a:p>
          <a:p>
            <a:r>
              <a:rPr sz="1800"/>
              <a:t>- Understood the importance of class-wise metrics (F1-score) over general accuracy.</a:t>
            </a:r>
          </a:p>
          <a:p>
            <a:endParaRPr sz="1800"/>
          </a:p>
          <a:p>
            <a:r>
              <a:rPr sz="1800"/>
              <a:t>Coursera Certification Takeaway:</a:t>
            </a:r>
          </a:p>
          <a:p>
            <a:r>
              <a:rPr sz="1800"/>
              <a:t>- The foundational theories of ensemble learning and data handling acquired through Coursera were directly and successfully applied to this real-world agricultural challenge.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Takeaways:</a:t>
            </a:r>
          </a:p>
          <a:p>
            <a:r>
              <a:t>1. Machine Learning is a highly viable tool for modernizing agriculture and ensuring food security.</a:t>
            </a:r>
          </a:p>
          <a:p>
            <a:r>
              <a:t>2. Ensemble models like Random Forest and XGBoost are exceptionally accurate (~99%) for tabular environmental data.</a:t>
            </a:r>
          </a:p>
          <a:p>
            <a:r>
              <a:t>3. Decoupled API architectures ensure that ML models are scalable, fast, and accessible to end-users.</a:t>
            </a:r>
          </a:p>
          <a:p>
            <a:r>
              <a:t>4. This system lays a robust foundation for future integration with IoT and Computer Vision.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[1] A. Mucherino, P. Papajorgji, and P. M. Pardalos, "Data mining in agriculture," Springer Science &amp; Business Media, 2009.</a:t>
            </a:r>
          </a:p>
          <a:p>
            <a:endParaRPr sz="1800"/>
          </a:p>
          <a:p>
            <a:r>
              <a:rPr sz="1800"/>
              <a:t>[2] Y. Kumar, A. Spandana, V. S. Vaishnavi, K. Neha, and V. G. R. R. Kumari, "Crop Yield Prediction using Machine Learning Algorithms," 2018 1st International Conference on Advances in Information Technology (ICAIT), Chikmagalur, India, 2018.</a:t>
            </a:r>
          </a:p>
          <a:p>
            <a:endParaRPr sz="1800"/>
          </a:p>
          <a:p>
            <a:r>
              <a:rPr sz="1800"/>
              <a:t>[3] T. Chen and C. Guestrin, "XGBoost: A Scalable Tree Boosting System," in Proceedings of the 22nd ACM SIGKDD International Conference on Knowledge Discovery and Data Mining (KDD '16).</a:t>
            </a:r>
          </a:p>
          <a:p>
            <a:endParaRPr sz="1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[4] A. K. Mariappan and M. S. S. S., "Crop Recommendation System Using Machine Learning," 2021 International Conference on System, Computation, Automation and Networking (ICSCAN), Puducherry, India, 2021.</a:t>
            </a:r>
          </a:p>
          <a:p>
            <a:endParaRPr/>
          </a:p>
          <a:p>
            <a:r>
              <a:t>[5] S. Pudumalar, E. Ramanujam, R. H. Rajashree, C. Kavya, T. Kiruthika and J. Nisha, "Crop recommendation system for precision agriculture," 2016 Eighth International Conference on Advanced Computing (ICoAC), Chennai, India, 2016.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956</Words>
  <Application>Microsoft Office PowerPoint</Application>
  <PresentationFormat>On-screen Show (4:3)</PresentationFormat>
  <Paragraphs>91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AI Crop &amp; Pesticide Recommendation System</vt:lpstr>
      <vt:lpstr>Agenda</vt:lpstr>
      <vt:lpstr>Introduction</vt:lpstr>
      <vt:lpstr>Background &amp; Concepts</vt:lpstr>
      <vt:lpstr>How It Works</vt:lpstr>
      <vt:lpstr>Key Techniques</vt:lpstr>
      <vt:lpstr>Real-World Applications</vt:lpstr>
      <vt:lpstr>Challenges &amp; Future</vt:lpstr>
      <vt:lpstr>Learning Reflection</vt:lpstr>
      <vt:lpstr>Conclusion</vt:lpstr>
      <vt:lpstr>References</vt:lpstr>
      <vt:lpstr>References (Cont.)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Ayush singh</cp:lastModifiedBy>
  <cp:revision>2</cp:revision>
  <dcterms:created xsi:type="dcterms:W3CDTF">2013-01-27T09:14:16Z</dcterms:created>
  <dcterms:modified xsi:type="dcterms:W3CDTF">2026-04-29T09:27:09Z</dcterms:modified>
  <cp:category/>
</cp:coreProperties>
</file>